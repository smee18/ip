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94660"/>
  </p:normalViewPr>
  <p:slideViewPr>
    <p:cSldViewPr snapToGrid="0">
      <p:cViewPr varScale="1">
        <p:scale>
          <a:sx n="87" d="100"/>
          <a:sy n="87" d="100"/>
        </p:scale>
        <p:origin x="36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D3AF4-EE60-64FC-9A89-12721F572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16AA46-E388-5E86-ABC2-202FB2DBF4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3D750-AD83-5FB8-E715-CA17665D2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A274F-BD0F-4A0C-B4B1-25D0CAC5DB27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413B8-06C0-28ED-5D71-BE8D9D811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C2DF5-9725-701F-1391-4C53E3D34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EBB8D-6950-44AA-BC2A-910BF2AAD3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8071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B4947-5752-63DA-DAA7-9877F7777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8A363-74AB-B2E3-5314-CBAFA3AB1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454F7-4B57-01DA-0E1A-6F9240840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A274F-BD0F-4A0C-B4B1-25D0CAC5DB27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B0281-9C7E-5DAE-F11F-D459A4304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81148-F8CC-1354-0A77-4C51FA438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EBB8D-6950-44AA-BC2A-910BF2AAD3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5631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5B10A-6743-F826-2F3F-7693DF982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E7B80-03C3-475A-345B-8E2F90254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D12E2-C068-534C-C921-4CB214786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A274F-BD0F-4A0C-B4B1-25D0CAC5DB27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3BE14-E163-42B8-D658-D77A71055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87C44-1900-9EEA-8B6F-E01F6D403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EBB8D-6950-44AA-BC2A-910BF2AAD3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2159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96968-4CBB-CCB1-F78B-9C248E2D7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D3557-7D73-1ED5-1B24-74F5C4B016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458FE8-266E-8EB3-C648-3196D75CFC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29430-981A-9417-B4E7-6D863C841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A274F-BD0F-4A0C-B4B1-25D0CAC5DB27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8F0115-CC23-9108-3C27-99C0343D7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D5319E-B69E-2727-C044-783E10B98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EBB8D-6950-44AA-BC2A-910BF2AAD3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3940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3A242-295C-9F31-3555-24E467A50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9AC00-1BB3-6DA1-C591-5877F5844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BD777-8DF9-AD36-EAF2-6BF275817F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C0B953-A62B-86DB-EF65-E7924F3707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2C6779-58AE-466C-02DB-402D348757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107B58-FC32-1C04-5F22-AA444B494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A274F-BD0F-4A0C-B4B1-25D0CAC5DB27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9E6160-52AC-2C80-8EE7-EF5228569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68B825-F010-BC6B-283D-BBAC65F44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EBB8D-6950-44AA-BC2A-910BF2AAD3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3571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090B5-51C7-C73E-F5D6-555988FE4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372F7D-E68A-2D16-27E9-8487B340D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A274F-BD0F-4A0C-B4B1-25D0CAC5DB27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F863B4-F6CC-C3E3-2B22-E85A8E24C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6C004-1094-D246-9FA2-F1BA58665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EBB8D-6950-44AA-BC2A-910BF2AAD3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1080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F6F1CF-017D-6683-1A08-1FBB1DB5E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A274F-BD0F-4A0C-B4B1-25D0CAC5DB27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A1EFD0-7EB5-A5B0-185B-22BDE186F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37413-084E-D202-3DB6-DC111C591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EBB8D-6950-44AA-BC2A-910BF2AAD3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5327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F918C-7CE5-78E7-4EB1-7192D0E9F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DE70F-6664-9538-1339-26D42932E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ACD46-92D9-0501-6BC1-E0367AD99C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9FBAE-05FA-8ECD-7E3B-6DD34BDB7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A274F-BD0F-4A0C-B4B1-25D0CAC5DB27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BF58FE-B8CE-6CC0-5F56-755FDCCE1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F880C-F23E-1287-A592-32A0123D2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EBB8D-6950-44AA-BC2A-910BF2AAD3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2546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E8B2C-AC70-4222-CA06-80CA1C7E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23E028-4A89-F8AD-92B9-25F9739D8C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4F1481-688E-5BF2-DB26-47925EAE43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739DD-A313-BF04-9088-6F5CDF04D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A274F-BD0F-4A0C-B4B1-25D0CAC5DB27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A0DDD-47B5-8FCF-0F5D-3EB0AC13E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AB1DE-33F0-FB89-2D5B-763A0A582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EBB8D-6950-44AA-BC2A-910BF2AAD3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2210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7C35F-0BF9-513A-78C8-D7724B44E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9DEC47-B82C-B063-284D-B42258670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9C32E-6C09-E9E7-1246-EC0AD0B24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A274F-BD0F-4A0C-B4B1-25D0CAC5DB27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77406-5D50-1C11-85A8-F8EA03FF0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4C1E7-7633-C6E1-AE53-6019306F2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EBB8D-6950-44AA-BC2A-910BF2AAD3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468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1A55D6-DC56-7174-24D6-DB69A556F2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E3CAD9-D58C-0C43-6F62-251E78A32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9B5C7-B7CC-680C-2C9C-00E2F3A8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A274F-BD0F-4A0C-B4B1-25D0CAC5DB27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0AF8D-900A-EC5C-B8B1-92FF25920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92957-10E0-D21F-E9C1-D531621EA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EBB8D-6950-44AA-BC2A-910BF2AAD3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1923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236B44-0392-6AFC-6036-27C9CAB2A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A4379-C6B9-82CF-BECD-158DDB394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20189-2DB2-9161-856D-86D6DDBA9B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EA274F-BD0F-4A0C-B4B1-25D0CAC5DB27}" type="datetimeFigureOut">
              <a:rPr lang="en-GB" smtClean="0"/>
              <a:t>20/01/2026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8B1A4-2BDC-EBB4-B2C7-A9E285DB1B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08925-E894-B36D-315F-6B92FEED54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AEBB8D-6950-44AA-BC2A-910BF2AAD35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7957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67F2B0-3952-E38C-92C9-2D24126CF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062"/>
            <a:ext cx="9144018" cy="64008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FF4ED6-0406-A59D-8B1F-539E60FD4ACD}"/>
              </a:ext>
            </a:extLst>
          </p:cNvPr>
          <p:cNvSpPr txBox="1"/>
          <p:nvPr/>
        </p:nvSpPr>
        <p:spPr>
          <a:xfrm>
            <a:off x="8705088" y="1582340"/>
            <a:ext cx="316748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GB" dirty="0"/>
              <a:t>36x36 images cropped to 32x32 to avoid padding and alignment issues</a:t>
            </a:r>
          </a:p>
          <a:p>
            <a:pPr marL="285750" indent="-285750">
              <a:buFontTx/>
              <a:buChar char="-"/>
            </a:pPr>
            <a:r>
              <a:rPr lang="en-GB" dirty="0"/>
              <a:t>3 channels, GRI, commonly used in astrophotography to capture radiation</a:t>
            </a:r>
          </a:p>
          <a:p>
            <a:pPr marL="285750" indent="-285750">
              <a:buFontTx/>
              <a:buChar char="-"/>
            </a:pPr>
            <a:r>
              <a:rPr lang="en-GB" dirty="0"/>
              <a:t>Channels are pre-processed so the galaxy is </a:t>
            </a:r>
            <a:r>
              <a:rPr lang="en-GB" dirty="0" err="1"/>
              <a:t>centered</a:t>
            </a:r>
            <a:r>
              <a:rPr lang="en-GB" dirty="0"/>
              <a:t>, log-scaled and 1% of brightest pixels saturated to bring out the relevant features</a:t>
            </a:r>
          </a:p>
        </p:txBody>
      </p:sp>
    </p:spTree>
    <p:extLst>
      <p:ext uri="{BB962C8B-B14F-4D97-AF65-F5344CB8AC3E}">
        <p14:creationId xmlns:p14="http://schemas.microsoft.com/office/powerpoint/2010/main" val="254998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6A7668-8E12-6F14-75A1-20D7A9B3E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19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WSN Implementation with Rigid-motion for rotation invariance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1F1D7D-B834-A688-9C27-AC342D288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955" y="1765031"/>
            <a:ext cx="3938756" cy="39387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E2F251-04C0-90B3-886A-2E42344B90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3016" y="1611819"/>
            <a:ext cx="5251675" cy="393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487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y does each node in the wavelet scattering transform split into multiple  paths? - Signal Processing Stack Exchange">
            <a:extLst>
              <a:ext uri="{FF2B5EF4-FFF2-40B4-BE49-F238E27FC236}">
                <a16:creationId xmlns:a16="http://schemas.microsoft.com/office/drawing/2014/main" id="{4C8B6960-E9A0-7C64-2F96-F74BF0B69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405" y="1867153"/>
            <a:ext cx="9792614" cy="4262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arallelogram 3">
            <a:extLst>
              <a:ext uri="{FF2B5EF4-FFF2-40B4-BE49-F238E27FC236}">
                <a16:creationId xmlns:a16="http://schemas.microsoft.com/office/drawing/2014/main" id="{BCF023D9-32B7-FE7A-3DF1-EA5A8A3CEB37}"/>
              </a:ext>
            </a:extLst>
          </p:cNvPr>
          <p:cNvSpPr/>
          <p:nvPr/>
        </p:nvSpPr>
        <p:spPr>
          <a:xfrm rot="10645557">
            <a:off x="568090" y="1241219"/>
            <a:ext cx="1338682" cy="687629"/>
          </a:xfrm>
          <a:prstGeom prst="parallelogram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719D469E-117C-BF3F-7F0A-19DE0014D44F}"/>
              </a:ext>
            </a:extLst>
          </p:cNvPr>
          <p:cNvSpPr/>
          <p:nvPr/>
        </p:nvSpPr>
        <p:spPr>
          <a:xfrm rot="10645557">
            <a:off x="736339" y="1101776"/>
            <a:ext cx="1338682" cy="687629"/>
          </a:xfrm>
          <a:prstGeom prst="parallelogram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CF7E0E49-8CC4-B196-2523-EBD59C3DE194}"/>
              </a:ext>
            </a:extLst>
          </p:cNvPr>
          <p:cNvSpPr/>
          <p:nvPr/>
        </p:nvSpPr>
        <p:spPr>
          <a:xfrm rot="10645557">
            <a:off x="860695" y="992051"/>
            <a:ext cx="1338682" cy="687629"/>
          </a:xfrm>
          <a:prstGeom prst="parallelogram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C5DAAA6F-6CD7-8D3C-C20B-AA2951E62EAF}"/>
              </a:ext>
            </a:extLst>
          </p:cNvPr>
          <p:cNvSpPr/>
          <p:nvPr/>
        </p:nvSpPr>
        <p:spPr>
          <a:xfrm rot="10645557">
            <a:off x="992367" y="882324"/>
            <a:ext cx="1338682" cy="687629"/>
          </a:xfrm>
          <a:prstGeom prst="parallelogram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50A67C1D-2EA6-78BF-F889-B4BB87F96F6E}"/>
              </a:ext>
            </a:extLst>
          </p:cNvPr>
          <p:cNvSpPr/>
          <p:nvPr/>
        </p:nvSpPr>
        <p:spPr>
          <a:xfrm rot="10645557">
            <a:off x="1094782" y="757968"/>
            <a:ext cx="1338682" cy="687629"/>
          </a:xfrm>
          <a:prstGeom prst="parallelogram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36485A95-898B-1F6B-22FF-D9290C9D0C3E}"/>
              </a:ext>
            </a:extLst>
          </p:cNvPr>
          <p:cNvSpPr/>
          <p:nvPr/>
        </p:nvSpPr>
        <p:spPr>
          <a:xfrm rot="10645557">
            <a:off x="1204511" y="633604"/>
            <a:ext cx="1338682" cy="687629"/>
          </a:xfrm>
          <a:prstGeom prst="parallelogram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5F7ACA38-2875-65F8-EF56-A25F2CEF2D52}"/>
              </a:ext>
            </a:extLst>
          </p:cNvPr>
          <p:cNvSpPr/>
          <p:nvPr/>
        </p:nvSpPr>
        <p:spPr>
          <a:xfrm rot="10645557">
            <a:off x="1350814" y="531195"/>
            <a:ext cx="1338682" cy="687629"/>
          </a:xfrm>
          <a:prstGeom prst="parallelogram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5DBCABDC-1776-A0F4-92BD-F799811CD814}"/>
              </a:ext>
            </a:extLst>
          </p:cNvPr>
          <p:cNvSpPr/>
          <p:nvPr/>
        </p:nvSpPr>
        <p:spPr>
          <a:xfrm rot="10645557">
            <a:off x="1519064" y="392204"/>
            <a:ext cx="1338682" cy="687629"/>
          </a:xfrm>
          <a:prstGeom prst="parallelogram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2905AD-02A2-E3E1-ACBB-77C29161E5EE}"/>
              </a:ext>
            </a:extLst>
          </p:cNvPr>
          <p:cNvSpPr txBox="1"/>
          <p:nvPr/>
        </p:nvSpPr>
        <p:spPr>
          <a:xfrm>
            <a:off x="3175377" y="723886"/>
            <a:ext cx="58412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 reduce number of maps, stack all orientation maps of a same scale and sum before applying low pass filter</a:t>
            </a:r>
          </a:p>
          <a:p>
            <a:r>
              <a:rPr lang="en-GB" dirty="0"/>
              <a:t>Order 1 goes from J*L maps to J</a:t>
            </a:r>
          </a:p>
        </p:txBody>
      </p:sp>
    </p:spTree>
    <p:extLst>
      <p:ext uri="{BB962C8B-B14F-4D97-AF65-F5344CB8AC3E}">
        <p14:creationId xmlns:p14="http://schemas.microsoft.com/office/powerpoint/2010/main" val="4032370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504C1-2D59-0398-3085-550011831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3026"/>
            <a:ext cx="10515600" cy="1325563"/>
          </a:xfrm>
        </p:spPr>
        <p:txBody>
          <a:bodyPr>
            <a:normAutofit/>
          </a:bodyPr>
          <a:lstStyle/>
          <a:p>
            <a:r>
              <a:rPr lang="en-GB" sz="2800" dirty="0"/>
              <a:t>Next steps: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05005-3759-BAEA-485A-CF4275AA3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79091"/>
            <a:ext cx="10515600" cy="4351338"/>
          </a:xfrm>
        </p:spPr>
        <p:txBody>
          <a:bodyPr/>
          <a:lstStyle/>
          <a:p>
            <a:pPr>
              <a:buFontTx/>
              <a:buChar char="-"/>
            </a:pPr>
            <a:r>
              <a:rPr lang="en-GB" dirty="0"/>
              <a:t>Currently around 74% accuracy, add </a:t>
            </a:r>
            <a:r>
              <a:rPr lang="en-GB" dirty="0" err="1"/>
              <a:t>bispectrum</a:t>
            </a:r>
            <a:r>
              <a:rPr lang="en-GB" dirty="0"/>
              <a:t>/bicoherence features to account for correlation between wavelets to squeeze final 5ish% hopefully</a:t>
            </a:r>
          </a:p>
          <a:p>
            <a:pPr>
              <a:buFontTx/>
              <a:buChar char="-"/>
            </a:pPr>
            <a:r>
              <a:rPr lang="en-GB" dirty="0"/>
              <a:t>Begin analysis of maps</a:t>
            </a:r>
          </a:p>
        </p:txBody>
      </p:sp>
    </p:spTree>
    <p:extLst>
      <p:ext uri="{BB962C8B-B14F-4D97-AF65-F5344CB8AC3E}">
        <p14:creationId xmlns:p14="http://schemas.microsoft.com/office/powerpoint/2010/main" val="4260151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114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WSN Implementation with Rigid-motion for rotation invariance</vt:lpstr>
      <vt:lpstr>PowerPoint Presentation</vt:lpstr>
      <vt:lpstr>Next steps: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 Venturotti</dc:creator>
  <cp:lastModifiedBy>Marcel Venturotti</cp:lastModifiedBy>
  <cp:revision>1</cp:revision>
  <dcterms:created xsi:type="dcterms:W3CDTF">2026-01-20T11:53:19Z</dcterms:created>
  <dcterms:modified xsi:type="dcterms:W3CDTF">2026-01-20T12:21:04Z</dcterms:modified>
</cp:coreProperties>
</file>