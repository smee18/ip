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1C9E13-85DE-4BFA-96CF-4AD01C8D7256}" v="9" dt="2026-01-20T16:00:50.2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0" autoAdjust="0"/>
    <p:restoredTop sz="94660"/>
  </p:normalViewPr>
  <p:slideViewPr>
    <p:cSldViewPr snapToGrid="0">
      <p:cViewPr varScale="1">
        <p:scale>
          <a:sx n="87" d="100"/>
          <a:sy n="87" d="100"/>
        </p:scale>
        <p:origin x="36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el Venturotti" userId="cc4eeaee7801a214" providerId="LiveId" clId="{6831EF95-E991-46C6-B43C-F2A64614F578}"/>
    <pc:docChg chg="undo custSel modSld">
      <pc:chgData name="Marcel Venturotti" userId="cc4eeaee7801a214" providerId="LiveId" clId="{6831EF95-E991-46C6-B43C-F2A64614F578}" dt="2026-01-20T16:01:37.411" v="194" actId="20577"/>
      <pc:docMkLst>
        <pc:docMk/>
      </pc:docMkLst>
      <pc:sldChg chg="addSp delSp modSp mod">
        <pc:chgData name="Marcel Venturotti" userId="cc4eeaee7801a214" providerId="LiveId" clId="{6831EF95-E991-46C6-B43C-F2A64614F578}" dt="2026-01-20T16:01:37.411" v="194" actId="20577"/>
        <pc:sldMkLst>
          <pc:docMk/>
          <pc:sldMk cId="254998037" sldId="256"/>
        </pc:sldMkLst>
        <pc:spChg chg="add del mod">
          <ac:chgData name="Marcel Venturotti" userId="cc4eeaee7801a214" providerId="LiveId" clId="{6831EF95-E991-46C6-B43C-F2A64614F578}" dt="2026-01-20T16:01:37.411" v="194" actId="20577"/>
          <ac:spMkLst>
            <pc:docMk/>
            <pc:sldMk cId="254998037" sldId="256"/>
            <ac:spMk id="6" creationId="{AFFF4ED6-0406-A59D-8B1F-539E60FD4ACD}"/>
          </ac:spMkLst>
        </pc:spChg>
        <pc:picChg chg="add mod">
          <ac:chgData name="Marcel Venturotti" userId="cc4eeaee7801a214" providerId="LiveId" clId="{6831EF95-E991-46C6-B43C-F2A64614F578}" dt="2026-01-20T15:05:55.739" v="87" actId="931"/>
          <ac:picMkLst>
            <pc:docMk/>
            <pc:sldMk cId="254998037" sldId="256"/>
            <ac:picMk id="3" creationId="{23322112-6DE9-FF3F-2F1F-4FABB15DB750}"/>
          </ac:picMkLst>
        </pc:picChg>
        <pc:picChg chg="add mod modCrop">
          <ac:chgData name="Marcel Venturotti" userId="cc4eeaee7801a214" providerId="LiveId" clId="{6831EF95-E991-46C6-B43C-F2A64614F578}" dt="2026-01-20T16:01:05.790" v="148" actId="1076"/>
          <ac:picMkLst>
            <pc:docMk/>
            <pc:sldMk cId="254998037" sldId="256"/>
            <ac:picMk id="3" creationId="{65E380C5-0583-CA5D-24DC-263903A8311A}"/>
          </ac:picMkLst>
        </pc:picChg>
        <pc:picChg chg="add del">
          <ac:chgData name="Marcel Venturotti" userId="cc4eeaee7801a214" providerId="LiveId" clId="{6831EF95-E991-46C6-B43C-F2A64614F578}" dt="2026-01-20T15:06:10.022" v="91" actId="478"/>
          <ac:picMkLst>
            <pc:docMk/>
            <pc:sldMk cId="254998037" sldId="256"/>
            <ac:picMk id="5" creationId="{8B67F2B0-3952-E38C-92C9-2D24126CF87C}"/>
          </ac:picMkLst>
        </pc:picChg>
        <pc:picChg chg="add del mod modCrop">
          <ac:chgData name="Marcel Venturotti" userId="cc4eeaee7801a214" providerId="LiveId" clId="{6831EF95-E991-46C6-B43C-F2A64614F578}" dt="2026-01-20T15:18:19.568" v="127" actId="478"/>
          <ac:picMkLst>
            <pc:docMk/>
            <pc:sldMk cId="254998037" sldId="256"/>
            <ac:picMk id="7" creationId="{51C16DDF-A90A-0B41-0C51-6E2CC4AFFB3B}"/>
          </ac:picMkLst>
        </pc:picChg>
        <pc:picChg chg="add mod">
          <ac:chgData name="Marcel Venturotti" userId="cc4eeaee7801a214" providerId="LiveId" clId="{6831EF95-E991-46C6-B43C-F2A64614F578}" dt="2026-01-20T15:08:08.632" v="121" actId="1076"/>
          <ac:picMkLst>
            <pc:docMk/>
            <pc:sldMk cId="254998037" sldId="256"/>
            <ac:picMk id="9" creationId="{CF1264A1-21AF-F914-7F21-1EFAC2E79D5B}"/>
          </ac:picMkLst>
        </pc:picChg>
        <pc:picChg chg="add del mod modCrop">
          <ac:chgData name="Marcel Venturotti" userId="cc4eeaee7801a214" providerId="LiveId" clId="{6831EF95-E991-46C6-B43C-F2A64614F578}" dt="2026-01-20T15:36:06.310" v="137" actId="478"/>
          <ac:picMkLst>
            <pc:docMk/>
            <pc:sldMk cId="254998037" sldId="256"/>
            <ac:picMk id="11" creationId="{C15DBED6-0B21-F5F5-F6EF-45A2A4E93888}"/>
          </ac:picMkLst>
        </pc:picChg>
        <pc:picChg chg="add del mod modCrop">
          <ac:chgData name="Marcel Venturotti" userId="cc4eeaee7801a214" providerId="LiveId" clId="{6831EF95-E991-46C6-B43C-F2A64614F578}" dt="2026-01-20T16:00:42.222" v="143" actId="478"/>
          <ac:picMkLst>
            <pc:docMk/>
            <pc:sldMk cId="254998037" sldId="256"/>
            <ac:picMk id="13" creationId="{1A136013-D6A8-5110-34E9-D50AA58075CB}"/>
          </ac:picMkLst>
        </pc:picChg>
      </pc:sldChg>
      <pc:sldChg chg="addSp delSp modSp mod">
        <pc:chgData name="Marcel Venturotti" userId="cc4eeaee7801a214" providerId="LiveId" clId="{6831EF95-E991-46C6-B43C-F2A64614F578}" dt="2026-01-20T15:04:08.760" v="7" actId="27636"/>
        <pc:sldMkLst>
          <pc:docMk/>
          <pc:sldMk cId="1722487634" sldId="257"/>
        </pc:sldMkLst>
        <pc:spChg chg="mod">
          <ac:chgData name="Marcel Venturotti" userId="cc4eeaee7801a214" providerId="LiveId" clId="{6831EF95-E991-46C6-B43C-F2A64614F578}" dt="2026-01-20T15:04:08.760" v="7" actId="27636"/>
          <ac:spMkLst>
            <pc:docMk/>
            <pc:sldMk cId="1722487634" sldId="257"/>
            <ac:spMk id="2" creationId="{5B6A7668-8E12-6F14-75A1-20D7A9B3E6D2}"/>
          </ac:spMkLst>
        </pc:spChg>
        <pc:spChg chg="del">
          <ac:chgData name="Marcel Venturotti" userId="cc4eeaee7801a214" providerId="LiveId" clId="{6831EF95-E991-46C6-B43C-F2A64614F578}" dt="2026-01-20T15:04:00.091" v="3" actId="26606"/>
          <ac:spMkLst>
            <pc:docMk/>
            <pc:sldMk cId="1722487634" sldId="257"/>
            <ac:spMk id="12" creationId="{99ED5833-B85B-4103-8A3B-CAB0308E6C15}"/>
          </ac:spMkLst>
        </pc:spChg>
        <pc:spChg chg="add">
          <ac:chgData name="Marcel Venturotti" userId="cc4eeaee7801a214" providerId="LiveId" clId="{6831EF95-E991-46C6-B43C-F2A64614F578}" dt="2026-01-20T15:04:00.091" v="3" actId="26606"/>
          <ac:spMkLst>
            <pc:docMk/>
            <pc:sldMk cId="1722487634" sldId="257"/>
            <ac:spMk id="17" creationId="{99ED5833-B85B-4103-8A3B-CAB0308E6C15}"/>
          </ac:spMkLst>
        </pc:spChg>
        <pc:picChg chg="add mod ord">
          <ac:chgData name="Marcel Venturotti" userId="cc4eeaee7801a214" providerId="LiveId" clId="{6831EF95-E991-46C6-B43C-F2A64614F578}" dt="2026-01-20T15:04:00.091" v="3" actId="26606"/>
          <ac:picMkLst>
            <pc:docMk/>
            <pc:sldMk cId="1722487634" sldId="257"/>
            <ac:picMk id="4" creationId="{131F974D-AB71-F1EA-C02E-655D56132AAE}"/>
          </ac:picMkLst>
        </pc:picChg>
        <pc:picChg chg="del">
          <ac:chgData name="Marcel Venturotti" userId="cc4eeaee7801a214" providerId="LiveId" clId="{6831EF95-E991-46C6-B43C-F2A64614F578}" dt="2026-01-20T15:03:40.119" v="1" actId="478"/>
          <ac:picMkLst>
            <pc:docMk/>
            <pc:sldMk cId="1722487634" sldId="257"/>
            <ac:picMk id="5" creationId="{8AE2F251-04C0-90B3-886A-2E42344B9009}"/>
          </ac:picMkLst>
        </pc:picChg>
        <pc:picChg chg="del">
          <ac:chgData name="Marcel Venturotti" userId="cc4eeaee7801a214" providerId="LiveId" clId="{6831EF95-E991-46C6-B43C-F2A64614F578}" dt="2026-01-20T15:03:39.777" v="0" actId="478"/>
          <ac:picMkLst>
            <pc:docMk/>
            <pc:sldMk cId="1722487634" sldId="257"/>
            <ac:picMk id="7" creationId="{941F1D7D-B834-A688-9C27-AC342D288425}"/>
          </ac:picMkLst>
        </pc:picChg>
        <pc:picChg chg="add mod">
          <ac:chgData name="Marcel Venturotti" userId="cc4eeaee7801a214" providerId="LiveId" clId="{6831EF95-E991-46C6-B43C-F2A64614F578}" dt="2026-01-20T15:04:00.091" v="3" actId="26606"/>
          <ac:picMkLst>
            <pc:docMk/>
            <pc:sldMk cId="1722487634" sldId="257"/>
            <ac:picMk id="8" creationId="{F4489FD6-E722-DFAB-800A-BFD36BA87AD2}"/>
          </ac:picMkLst>
        </pc:picChg>
      </pc:sldChg>
      <pc:sldChg chg="modSp mod">
        <pc:chgData name="Marcel Venturotti" userId="cc4eeaee7801a214" providerId="LiveId" clId="{6831EF95-E991-46C6-B43C-F2A64614F578}" dt="2026-01-20T15:05:42.570" v="83" actId="20577"/>
        <pc:sldMkLst>
          <pc:docMk/>
          <pc:sldMk cId="4260151262" sldId="259"/>
        </pc:sldMkLst>
        <pc:spChg chg="mod">
          <ac:chgData name="Marcel Venturotti" userId="cc4eeaee7801a214" providerId="LiveId" clId="{6831EF95-E991-46C6-B43C-F2A64614F578}" dt="2026-01-20T15:05:42.570" v="83" actId="20577"/>
          <ac:spMkLst>
            <pc:docMk/>
            <pc:sldMk cId="4260151262" sldId="259"/>
            <ac:spMk id="3" creationId="{92305005-3759-BAEA-485A-CF4275AA323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D3AF4-EE60-64FC-9A89-12721F5724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16AA46-E388-5E86-ABC2-202FB2DBF4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43D750-AD83-5FB8-E715-CA17665D2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B413B8-06C0-28ED-5D71-BE8D9D811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C2DF5-9725-701F-1391-4C53E3D34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8071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B4947-5752-63DA-DAA7-9877F777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8A363-74AB-B2E3-5314-CBAFA3AB1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54F7-4B57-01DA-0E1A-6F9240840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9B0281-9C7E-5DAE-F11F-D459A4304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81148-F8CC-1354-0A77-4C51FA438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5631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5B10A-6743-F826-2F3F-7693DF982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CE7B80-03C3-475A-345B-8E2F902544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D12E2-C068-534C-C921-4CB214786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3BE14-E163-42B8-D658-D77A7105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87C44-1900-9EEA-8B6F-E01F6D403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2159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6968-4CBB-CCB1-F78B-9C248E2D7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D3557-7D73-1ED5-1B24-74F5C4B016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458FE8-266E-8EB3-C648-3196D75CFC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29430-981A-9417-B4E7-6D863C841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8F0115-CC23-9108-3C27-99C0343D7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D5319E-B69E-2727-C044-783E10B98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3940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A242-295C-9F31-3555-24E467A50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9AC00-1BB3-6DA1-C591-5877F5844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FBD777-8DF9-AD36-EAF2-6BF275817F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0B953-A62B-86DB-EF65-E7924F3707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2C6779-58AE-466C-02DB-402D348757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107B58-FC32-1C04-5F22-AA444B494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9E6160-52AC-2C80-8EE7-EF5228569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68B825-F010-BC6B-283D-BBAC65F44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3571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090B5-51C7-C73E-F5D6-555988FE4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372F7D-E68A-2D16-27E9-8487B340D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F863B4-F6CC-C3E3-2B22-E85A8E24C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06C004-1094-D246-9FA2-F1BA58665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080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F6F1CF-017D-6683-1A08-1FBB1DB5E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A1EFD0-7EB5-A5B0-185B-22BDE186F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037413-084E-D202-3DB6-DC111C591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5327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F918C-7CE5-78E7-4EB1-7192D0E9F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DE70F-6664-9538-1339-26D42932EF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BACD46-92D9-0501-6BC1-E0367AD99C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9FBAE-05FA-8ECD-7E3B-6DD34BDB7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F58FE-B8CE-6CC0-5F56-755FDCCE1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0F880C-F23E-1287-A592-32A0123D2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546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E8B2C-AC70-4222-CA06-80CA1C7E4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23E028-4A89-F8AD-92B9-25F9739D8C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4F1481-688E-5BF2-DB26-47925EAE43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739DD-A313-BF04-9088-6F5CDF04D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EA0DDD-47B5-8FCF-0F5D-3EB0AC13E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4AB1DE-33F0-FB89-2D5B-763A0A582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210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7C35F-0BF9-513A-78C8-D7724B44E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9DEC47-B82C-B063-284D-B422586702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9C32E-6C09-E9E7-1246-EC0AD0B24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77406-5D50-1C11-85A8-F8EA03FF0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4C1E7-7633-C6E1-AE53-6019306F2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3468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1A55D6-DC56-7174-24D6-DB69A556F2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E3CAD9-D58C-0C43-6F62-251E78A329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9B5C7-B7CC-680C-2C9C-00E2F3A8D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0AF8D-900A-EC5C-B8B1-92FF25920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92957-10E0-D21F-E9C1-D531621EA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1923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236B44-0392-6AFC-6036-27C9CAB2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A4379-C6B9-82CF-BECD-158DDB394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20189-2DB2-9161-856D-86D6DDBA9B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8B1A4-2BDC-EBB4-B2C7-A9E285DB1B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08925-E894-B36D-315F-6B92FEED54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7957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FFF4ED6-0406-A59D-8B1F-539E60FD4ACD}"/>
              </a:ext>
            </a:extLst>
          </p:cNvPr>
          <p:cNvSpPr txBox="1"/>
          <p:nvPr/>
        </p:nvSpPr>
        <p:spPr>
          <a:xfrm>
            <a:off x="8705088" y="1582340"/>
            <a:ext cx="31674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/>
              <a:t>256x256 images</a:t>
            </a:r>
          </a:p>
          <a:p>
            <a:pPr marL="285750" indent="-285750">
              <a:buFontTx/>
              <a:buChar char="-"/>
            </a:pPr>
            <a:r>
              <a:rPr lang="en-GB" dirty="0"/>
              <a:t>3 </a:t>
            </a:r>
            <a:r>
              <a:rPr lang="en-GB"/>
              <a:t>projections containing</a:t>
            </a:r>
            <a:r>
              <a:rPr lang="en-GB" dirty="0"/>
              <a:t>, </a:t>
            </a:r>
          </a:p>
          <a:p>
            <a:pPr marL="285750" indent="-285750">
              <a:buFontTx/>
              <a:buChar char="-"/>
            </a:pPr>
            <a:r>
              <a:rPr lang="pl-PL" dirty="0"/>
              <a:t>B/I/H (F438W, F814W, F160W)</a:t>
            </a:r>
            <a:r>
              <a:rPr lang="en-GB" dirty="0"/>
              <a:t> bands, commonly used in astrophotography to capture radiation</a:t>
            </a:r>
          </a:p>
          <a:p>
            <a:pPr marL="285750" indent="-285750">
              <a:buFontTx/>
              <a:buChar char="-"/>
            </a:pPr>
            <a:r>
              <a:rPr lang="en-GB" dirty="0"/>
              <a:t>Channels are pre-processed so the galaxy is </a:t>
            </a:r>
            <a:r>
              <a:rPr lang="en-GB" dirty="0" err="1"/>
              <a:t>centered</a:t>
            </a:r>
            <a:r>
              <a:rPr lang="en-GB" dirty="0"/>
              <a:t>, log-scaled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1264A1-21AF-F914-7F21-1EFAC2E79D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5121" y="3248557"/>
            <a:ext cx="4840233" cy="33881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5E380C5-0583-CA5D-24DC-263903A831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57" r="21467" b="28600"/>
          <a:stretch>
            <a:fillRect/>
          </a:stretch>
        </p:blipFill>
        <p:spPr>
          <a:xfrm>
            <a:off x="529124" y="431596"/>
            <a:ext cx="7181097" cy="273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98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A7668-8E12-6F14-75A1-20D7A9B3E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28811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WSN Implementation with Rigid-motion for rotation invariance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489FD6-E722-DFAB-800A-BFD36BA87A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986" y="2365285"/>
            <a:ext cx="3938756" cy="39387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31F974D-AB71-F1EA-C02E-655D56132A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0798" y="2365285"/>
            <a:ext cx="5251675" cy="393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487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y does each node in the wavelet scattering transform split into multiple  paths? - Signal Processing Stack Exchange">
            <a:extLst>
              <a:ext uri="{FF2B5EF4-FFF2-40B4-BE49-F238E27FC236}">
                <a16:creationId xmlns:a16="http://schemas.microsoft.com/office/drawing/2014/main" id="{4C8B6960-E9A0-7C64-2F96-F74BF0B695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8405" y="1867153"/>
            <a:ext cx="9792614" cy="4262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arallelogram 3">
            <a:extLst>
              <a:ext uri="{FF2B5EF4-FFF2-40B4-BE49-F238E27FC236}">
                <a16:creationId xmlns:a16="http://schemas.microsoft.com/office/drawing/2014/main" id="{BCF023D9-32B7-FE7A-3DF1-EA5A8A3CEB37}"/>
              </a:ext>
            </a:extLst>
          </p:cNvPr>
          <p:cNvSpPr/>
          <p:nvPr/>
        </p:nvSpPr>
        <p:spPr>
          <a:xfrm rot="10645557">
            <a:off x="568090" y="1241219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719D469E-117C-BF3F-7F0A-19DE0014D44F}"/>
              </a:ext>
            </a:extLst>
          </p:cNvPr>
          <p:cNvSpPr/>
          <p:nvPr/>
        </p:nvSpPr>
        <p:spPr>
          <a:xfrm rot="10645557">
            <a:off x="736339" y="1101776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CF7E0E49-8CC4-B196-2523-EBD59C3DE194}"/>
              </a:ext>
            </a:extLst>
          </p:cNvPr>
          <p:cNvSpPr/>
          <p:nvPr/>
        </p:nvSpPr>
        <p:spPr>
          <a:xfrm rot="10645557">
            <a:off x="860695" y="992051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C5DAAA6F-6CD7-8D3C-C20B-AA2951E62EAF}"/>
              </a:ext>
            </a:extLst>
          </p:cNvPr>
          <p:cNvSpPr/>
          <p:nvPr/>
        </p:nvSpPr>
        <p:spPr>
          <a:xfrm rot="10645557">
            <a:off x="992367" y="882324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50A67C1D-2EA6-78BF-F889-B4BB87F96F6E}"/>
              </a:ext>
            </a:extLst>
          </p:cNvPr>
          <p:cNvSpPr/>
          <p:nvPr/>
        </p:nvSpPr>
        <p:spPr>
          <a:xfrm rot="10645557">
            <a:off x="1094782" y="757968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6485A95-898B-1F6B-22FF-D9290C9D0C3E}"/>
              </a:ext>
            </a:extLst>
          </p:cNvPr>
          <p:cNvSpPr/>
          <p:nvPr/>
        </p:nvSpPr>
        <p:spPr>
          <a:xfrm rot="10645557">
            <a:off x="1204511" y="633604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5F7ACA38-2875-65F8-EF56-A25F2CEF2D52}"/>
              </a:ext>
            </a:extLst>
          </p:cNvPr>
          <p:cNvSpPr/>
          <p:nvPr/>
        </p:nvSpPr>
        <p:spPr>
          <a:xfrm rot="10645557">
            <a:off x="1350814" y="531195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5DBCABDC-1776-A0F4-92BD-F799811CD814}"/>
              </a:ext>
            </a:extLst>
          </p:cNvPr>
          <p:cNvSpPr/>
          <p:nvPr/>
        </p:nvSpPr>
        <p:spPr>
          <a:xfrm rot="10645557">
            <a:off x="1519064" y="392204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2905AD-02A2-E3E1-ACBB-77C29161E5EE}"/>
              </a:ext>
            </a:extLst>
          </p:cNvPr>
          <p:cNvSpPr txBox="1"/>
          <p:nvPr/>
        </p:nvSpPr>
        <p:spPr>
          <a:xfrm>
            <a:off x="3175377" y="723886"/>
            <a:ext cx="58412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To reduce number of maps, stack all orientation maps of a same scale and sum before applying low pass filter</a:t>
            </a:r>
          </a:p>
          <a:p>
            <a:r>
              <a:rPr lang="en-GB" dirty="0"/>
              <a:t>Order 1 goes from J*L maps to J</a:t>
            </a:r>
          </a:p>
        </p:txBody>
      </p:sp>
    </p:spTree>
    <p:extLst>
      <p:ext uri="{BB962C8B-B14F-4D97-AF65-F5344CB8AC3E}">
        <p14:creationId xmlns:p14="http://schemas.microsoft.com/office/powerpoint/2010/main" val="4032370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504C1-2D59-0398-3085-550011831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3026"/>
            <a:ext cx="10515600" cy="1325563"/>
          </a:xfrm>
        </p:spPr>
        <p:txBody>
          <a:bodyPr>
            <a:normAutofit/>
          </a:bodyPr>
          <a:lstStyle/>
          <a:p>
            <a:r>
              <a:rPr lang="en-GB" sz="2800" dirty="0"/>
              <a:t>Next steps: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05005-3759-BAEA-485A-CF4275AA3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79091"/>
            <a:ext cx="10515600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GB" dirty="0"/>
              <a:t>Add </a:t>
            </a:r>
            <a:r>
              <a:rPr lang="en-GB" dirty="0" err="1"/>
              <a:t>bispectrum</a:t>
            </a:r>
            <a:r>
              <a:rPr lang="en-GB" dirty="0"/>
              <a:t>/bicoherence features to account for coupling between maps</a:t>
            </a:r>
          </a:p>
          <a:p>
            <a:pPr>
              <a:buFontTx/>
              <a:buChar char="-"/>
            </a:pPr>
            <a:r>
              <a:rPr lang="en-GB" dirty="0"/>
              <a:t>Begin analysis of maps</a:t>
            </a:r>
          </a:p>
        </p:txBody>
      </p:sp>
    </p:spTree>
    <p:extLst>
      <p:ext uri="{BB962C8B-B14F-4D97-AF65-F5344CB8AC3E}">
        <p14:creationId xmlns:p14="http://schemas.microsoft.com/office/powerpoint/2010/main" val="4260151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93</Words>
  <Application>Microsoft Office PowerPoint</Application>
  <PresentationFormat>Widescreen</PresentationFormat>
  <Paragraphs>10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WSN Implementation with Rigid-motion for rotation invariance</vt:lpstr>
      <vt:lpstr>PowerPoint Presentation</vt:lpstr>
      <vt:lpstr>Next steps: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 Venturotti</dc:creator>
  <cp:lastModifiedBy>Marcel Venturotti</cp:lastModifiedBy>
  <cp:revision>1</cp:revision>
  <dcterms:created xsi:type="dcterms:W3CDTF">2026-01-20T11:53:19Z</dcterms:created>
  <dcterms:modified xsi:type="dcterms:W3CDTF">2026-01-20T16:01:41Z</dcterms:modified>
</cp:coreProperties>
</file>